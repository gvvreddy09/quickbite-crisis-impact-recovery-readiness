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4640D-DC83-46A6-9F07-BFCA949F81A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967E0-A8C3-482A-8F87-0FFCDFDF0A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03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047D-D132-7567-6A39-D5790A0C3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A9F08-EE67-BDDD-A3B3-2A314F65D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ED7B7-FCD4-14CA-2A1E-D673E54AF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A36C6-A635-8554-513F-4C03395E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A5E81-36C5-8367-C188-7CA538AA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39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6371-5CE4-73FC-EECD-195DA7A6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11E41-741B-9C07-8272-77ACAD478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7986C-A7DA-4312-D72E-C37A0132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1C66D-D8EE-F466-030C-65C941594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IN" dirty="0"/>
              <a:t>Strategy &amp; Monitoring Framework</a:t>
            </a:r>
            <a:endParaRPr lang="en-IN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CB41E-256B-0B46-5C5D-F311764A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00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0712-C67B-79F2-A711-BD2A72BEA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66961-B742-FF6A-CDFB-081491865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6450B-4CFF-2214-2A38-E90F344C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A93E4-57FA-7422-2923-60CC2C7C0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91025-F6A9-C926-B129-8F9D36AD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1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74DC-7D63-CDD5-3700-7CA6503E0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4C46-5241-0332-4451-78A2111C3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29326-B4D7-1F17-2B3F-A93A850C2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84B42-A053-25FE-F67C-3E5AF86B2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24F84-E980-AEB2-8DD5-C541CB536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021B-95AC-0FA7-30C9-9B9A6635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1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CEF9D-CDE2-E861-DB29-E09B9516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E9D64-2A87-52F3-F8A0-6B7F1D86A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B62A3-E91E-6533-1CE5-899B1D94F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47D93-3AC8-5364-EEAD-5B0D3E446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9878F-A914-1BF2-24B8-46FECD8E2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2813E-1ED0-7D19-B7D3-BE9CEB14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1197B-5B16-2CDE-1EC6-8A0E0A8C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6AB13-2FA2-A4FD-1E02-2F4A9764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177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7398-42D7-1315-C226-A3D8363C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5F67C-4E84-9312-2738-FFED75FD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4893D-FE63-4909-9ADB-26EA3B5D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D549AB-C0AA-7EA8-9E5A-EF77AA724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600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E1E21-BE38-94E2-D1FE-F65651CC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DA2B1-F80D-880E-9460-5ADC6009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B5FD9-B29E-B88E-FA23-0FD4B7F4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39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A189-07E2-28C6-C61C-79C9921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B6ADF-B0EC-8C28-409B-3713856BD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BC11F-7A1D-E640-DBF7-87FB2B7F0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31883-D7C9-39D2-7324-10A5F84BC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DEDBF-5138-C48F-BAB9-3E68936F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E779D-5CE3-41B9-E4D6-D2015257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36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7E23-753F-7329-782B-9294BD93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DCFE51-EE2A-F155-3FBA-C4A5F9156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6DD36-5AEB-903B-BFB9-77DA8EAF1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A455C-F431-C218-4F10-0194B62F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AF7CF-B727-A4B5-8D72-6CEC5E9D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70BEF-281F-9A39-10CA-EAEFE523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256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C82F-C58F-E46B-9A4C-62C8C3D2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BA4E1-7CDB-85E1-7A2C-172C4B93F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A3AB5-151F-5A7A-7E2C-D91EA78F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46526-00F8-903F-B635-6C96F8D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66676-E149-2B06-A971-4F021F1D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675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B9708-E10C-EB7F-7664-24454A8BB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BE9B0-03AD-C259-8994-13BCC845B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977E3-094C-E65C-BF14-180110486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4EEE0-7D7D-2DBD-561E-66ECDB19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Strategy &amp; Monitoring Framework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D502E-283A-60C7-E032-4CD2B492C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069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5FBF4-C38B-3F5B-5A53-98591D2D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52827-527B-A4CF-FED7-7E75CF6B0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33655-F752-D5EF-7709-22E99E36E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IN"/>
              <a:t>G Viswavardhan Reddy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BADDC-6CBE-092B-36A1-F2AB66464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/>
              <a:t>Strategy &amp; Monitoring Framework</a:t>
            </a:r>
            <a:endParaRPr lang="en-IN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3E937-6D8C-29F2-8934-4D19B0818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16A499D3-7466-4F5F-B59A-B63493003D72}" type="slidenum">
              <a:rPr lang="en-IN" smtClean="0"/>
              <a:pPr/>
              <a:t>‹#›</a:t>
            </a:fld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1626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159C6-8839-0769-FA93-E3DC4E0BD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54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89B1A-6FCD-07F0-BC05-6F9C2DD5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Rebuild Customer Trust through Safety &amp; Transparency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B49E0-D2D4-8185-B68B-092A43A74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Launch a </a:t>
            </a:r>
            <a:r>
              <a:rPr lang="en-US" b="1" dirty="0"/>
              <a:t>'</a:t>
            </a:r>
            <a:r>
              <a:rPr lang="en-US" b="1" dirty="0" err="1"/>
              <a:t>SafeBite</a:t>
            </a:r>
            <a:r>
              <a:rPr lang="en-US" b="1" dirty="0"/>
              <a:t> Guarantee</a:t>
            </a:r>
            <a:r>
              <a:rPr lang="en-US" dirty="0"/>
              <a:t>' campaign to highlight hygiene and safety checks.</a:t>
            </a:r>
          </a:p>
          <a:p>
            <a:pPr algn="just"/>
            <a:r>
              <a:rPr lang="en-US" dirty="0"/>
              <a:t>Partner with high-rated restaurants to showcase verified cleanliness and reliability.</a:t>
            </a:r>
          </a:p>
          <a:p>
            <a:pPr algn="just"/>
            <a:r>
              <a:rPr lang="en-US" dirty="0"/>
              <a:t>Add </a:t>
            </a:r>
            <a:r>
              <a:rPr lang="en-US" b="1" dirty="0"/>
              <a:t>'Hygiene Verified'</a:t>
            </a:r>
            <a:r>
              <a:rPr lang="en-US" dirty="0"/>
              <a:t> badges and short visual stories on restaurant pages.</a:t>
            </a:r>
          </a:p>
          <a:p>
            <a:pPr algn="just"/>
            <a:r>
              <a:rPr lang="en-US" dirty="0"/>
              <a:t>Rebuild visibility and brand confidence using transparent communication.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E53AF-5016-5A9F-5044-5D64976E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4DC5B-8158-9AD1-03DE-BC3148B6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AB5BED-E764-0723-3FDC-8DC7AE35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130004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A7251-6EBD-EF5F-3F4F-57BDAFC0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AB8F-D761-3157-33F2-5C6E2013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Reactivate Loyal and High-Value Users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73F31-6E1F-B719-6472-985E895A5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Target 4,800+ high-value lapsed users and 84% loyal churners with </a:t>
            </a:r>
            <a:r>
              <a:rPr lang="en-US" b="1" dirty="0"/>
              <a:t>comeback offers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Use personalized notifications and cashback for the first reorders.</a:t>
            </a:r>
          </a:p>
          <a:p>
            <a:pPr algn="just"/>
            <a:r>
              <a:rPr lang="en-US" dirty="0"/>
              <a:t>Send emotional messages like </a:t>
            </a:r>
            <a:r>
              <a:rPr lang="en-US" b="1" dirty="0"/>
              <a:t>'We’ve earned back your trust — let’s serve you safely again.'</a:t>
            </a:r>
          </a:p>
          <a:p>
            <a:pPr algn="just"/>
            <a:r>
              <a:rPr lang="en-US" dirty="0"/>
              <a:t>Focus on loyal users who still show higher average order value (+18%).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9AD47-184B-5CBB-0B6F-E167CBC2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82523-6E33-3463-9860-1B502B79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0FD7F8-5FCB-BE59-9F45-73698C533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313302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8637C-899F-1B0A-2BE5-231A6A58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BA70-3454-C3C2-F28B-7CADBBCC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Retention-Focused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5AED5-DCA9-6345-2834-0DFE9ACDE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Shift budget from paid acquisition to retention-focused campaigns.</a:t>
            </a:r>
          </a:p>
          <a:p>
            <a:pPr algn="just"/>
            <a:r>
              <a:rPr lang="en-US" dirty="0"/>
              <a:t>Launch a </a:t>
            </a:r>
            <a:r>
              <a:rPr lang="en-US" b="1" dirty="0"/>
              <a:t>We Miss You</a:t>
            </a:r>
            <a:r>
              <a:rPr lang="en-US" dirty="0"/>
              <a:t> program offering wallet credits for reactivating users.</a:t>
            </a:r>
          </a:p>
          <a:p>
            <a:pPr algn="just"/>
            <a:r>
              <a:rPr lang="en-US" dirty="0"/>
              <a:t>Re-engage referral and organic users who dropped off fastest during the crisis.</a:t>
            </a:r>
          </a:p>
          <a:p>
            <a:pPr algn="just"/>
            <a:r>
              <a:rPr lang="en-US" dirty="0"/>
              <a:t>Prioritize customer retention over new acquisition until trust stabilizes.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946BB-A9CA-F775-859D-F5139691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FD624-E3D8-48DA-CBC6-E43A357B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E2DB383-BA2A-2020-C8D1-4D77A41C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180016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86423-8E27-880F-E816-A12DC29EC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8A65-C476-E1C1-100F-C14C41CF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Restaurant &amp; Partner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A45CD-199E-C3B5-2FBE-8FA0AF21A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Promote reliable partners (83% retained) in </a:t>
            </a:r>
            <a:r>
              <a:rPr lang="en-US" b="1" dirty="0"/>
              <a:t>premium visibility</a:t>
            </a:r>
            <a:r>
              <a:rPr lang="en-US" dirty="0"/>
              <a:t> slots.</a:t>
            </a:r>
          </a:p>
          <a:p>
            <a:pPr algn="just"/>
            <a:r>
              <a:rPr lang="en-US" dirty="0"/>
              <a:t>Introduce </a:t>
            </a:r>
            <a:r>
              <a:rPr lang="en-US" b="1" dirty="0"/>
              <a:t>Partner Reliability Scorecards</a:t>
            </a:r>
            <a:r>
              <a:rPr lang="en-US" dirty="0"/>
              <a:t> to track performance and risk.</a:t>
            </a:r>
          </a:p>
          <a:p>
            <a:pPr algn="just"/>
            <a:r>
              <a:rPr lang="en-US" dirty="0"/>
              <a:t>Help high-risk restaurants with SLA audits, packaging upgrades, and quality coaching.</a:t>
            </a:r>
          </a:p>
          <a:p>
            <a:pPr algn="just"/>
            <a:r>
              <a:rPr lang="en-US" dirty="0"/>
              <a:t>Boost high-rating partners as anchors for brand trust rebuilding.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D0391-FECC-6767-EEA6-5C3F0660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3E733-0612-E43F-0EF6-1CBAFC7B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8CB9AE-968F-CDDA-72B1-D13ECF1B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2423579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C6D64-B54A-7DEC-05C0-2BE4CA99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B75D-39DA-AC61-260E-FBA915FB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Optimize Delivery Network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E92BE-1928-4391-D326-A649C3158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</a:t>
            </a:r>
            <a:r>
              <a:rPr lang="en-US" b="1" dirty="0"/>
              <a:t>real-time SLA tracking dashboards</a:t>
            </a:r>
            <a:r>
              <a:rPr lang="en-US" dirty="0"/>
              <a:t> for city-level performance.</a:t>
            </a:r>
          </a:p>
          <a:p>
            <a:r>
              <a:rPr lang="en-US" b="1" dirty="0"/>
              <a:t>Set recovery targets</a:t>
            </a:r>
            <a:r>
              <a:rPr lang="en-US" dirty="0"/>
              <a:t>: raise on-time delivery from 36% to 60% in 3 months.</a:t>
            </a:r>
          </a:p>
          <a:p>
            <a:r>
              <a:rPr lang="en-US" dirty="0"/>
              <a:t>Pilot </a:t>
            </a:r>
            <a:r>
              <a:rPr lang="en-US" b="1" dirty="0"/>
              <a:t>FastTrack Zones</a:t>
            </a:r>
            <a:r>
              <a:rPr lang="en-US" dirty="0"/>
              <a:t> for premium SLA experience in top cities.</a:t>
            </a:r>
          </a:p>
          <a:p>
            <a:r>
              <a:rPr lang="en-US" dirty="0"/>
              <a:t>Strengthen delivery process management and route optimization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A60E7-A126-61F7-6324-84D0D8AA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1D7B4-2B3A-4FB4-FD7F-E9D4E8ACC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CA87D6-BDF2-3A43-5BA7-AC7287A2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1422316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94B53-78C1-3EF2-F50C-0907642F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C62B-25D0-3257-6EE2-9D635D851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Sentiment &amp; Service Recovery Campaigns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07F16-9ECB-1EA4-7CD9-4CB861117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Create a </a:t>
            </a:r>
            <a:r>
              <a:rPr lang="en-US" b="1" dirty="0"/>
              <a:t>Feedback-First</a:t>
            </a:r>
            <a:r>
              <a:rPr lang="en-US" dirty="0"/>
              <a:t> system to follow up on negative reviews with apologies and coupons.</a:t>
            </a:r>
          </a:p>
          <a:p>
            <a:pPr algn="just"/>
            <a:r>
              <a:rPr lang="en-US" dirty="0"/>
              <a:t>Track keywords like 'cold food' or 'safety' weekly for early issue detection.</a:t>
            </a:r>
          </a:p>
          <a:p>
            <a:pPr algn="just"/>
            <a:r>
              <a:rPr lang="en-US" dirty="0"/>
              <a:t>Add a </a:t>
            </a:r>
            <a:r>
              <a:rPr lang="en-US" b="1" dirty="0"/>
              <a:t>Hear Us Improve</a:t>
            </a:r>
            <a:r>
              <a:rPr lang="en-US" dirty="0"/>
              <a:t> page to display safety actions and resolved complaints.</a:t>
            </a:r>
          </a:p>
          <a:p>
            <a:pPr algn="just"/>
            <a:r>
              <a:rPr lang="en-US" dirty="0"/>
              <a:t>Focus on emotional recovery with open, honest brand communication.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FFE8B-98B9-9D20-5E71-017FCC72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7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21019-006C-0192-E97D-1F4412A9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D72F58B-D409-DE70-06BD-9A714AF9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56050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4B575-62E6-6CC8-6BD2-8E22483E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CD18-A3F4-10CB-9D49-F6ADB62B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Recovery Funnel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C19D-04EA-4E08-EF21-296711901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Awareness</a:t>
            </a:r>
            <a:r>
              <a:rPr lang="en-US" dirty="0"/>
              <a:t> – Rebuild confidence via visible safety messaging (</a:t>
            </a:r>
            <a:r>
              <a:rPr lang="en-US" dirty="0" err="1"/>
              <a:t>SafeBite</a:t>
            </a:r>
            <a:r>
              <a:rPr lang="en-US" dirty="0"/>
              <a:t> Guarantee).</a:t>
            </a:r>
          </a:p>
          <a:p>
            <a:pPr algn="just"/>
            <a:r>
              <a:rPr lang="en-US" b="1" dirty="0"/>
              <a:t>Trust</a:t>
            </a:r>
            <a:r>
              <a:rPr lang="en-US" dirty="0"/>
              <a:t> – Improve satisfaction metrics like Avg Rating and Sentiment Score.</a:t>
            </a:r>
          </a:p>
          <a:p>
            <a:pPr algn="just"/>
            <a:r>
              <a:rPr lang="en-US" b="1" dirty="0"/>
              <a:t>Re-engagement</a:t>
            </a:r>
            <a:r>
              <a:rPr lang="en-US" dirty="0"/>
              <a:t> – Reactivate lapsed customers through targeted rewards and offers.</a:t>
            </a:r>
          </a:p>
          <a:p>
            <a:pPr algn="just"/>
            <a:r>
              <a:rPr lang="en-US" b="1" dirty="0"/>
              <a:t>Track metrics monthly</a:t>
            </a:r>
            <a:r>
              <a:rPr lang="en-US" dirty="0"/>
              <a:t> to monitor emotional and operational recovery.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2AF6B-B754-06E2-89EE-0C1E0A6B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8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0C3C6-1A1E-250C-317D-735FF5EB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621DB2D-CE01-DEF9-8739-DA632FFA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332673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67C20-5B70-004B-C06D-B7591B18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AEAD-670F-02C6-36ED-BA862B19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1B0A2-C8A4-F19C-715D-8B69D6B2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Order Volume Recovery % </a:t>
            </a:r>
          </a:p>
          <a:p>
            <a:r>
              <a:rPr lang="en-IN" dirty="0"/>
              <a:t>Churn Reduction %</a:t>
            </a:r>
          </a:p>
          <a:p>
            <a:r>
              <a:rPr lang="en-IN" dirty="0"/>
              <a:t>Average Rating </a:t>
            </a:r>
          </a:p>
          <a:p>
            <a:r>
              <a:rPr lang="en-IN" dirty="0"/>
              <a:t>Sentiment Index </a:t>
            </a:r>
          </a:p>
          <a:p>
            <a:r>
              <a:rPr lang="en-IN" dirty="0"/>
              <a:t>On-Time Delivery % </a:t>
            </a:r>
          </a:p>
          <a:p>
            <a:r>
              <a:rPr lang="en-IN" dirty="0"/>
              <a:t>Restaurant Retention 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20B44-B848-93CC-774F-6D040BEB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9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E34BD-CC01-5F72-5662-310DA564F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9C05C97-5FCE-9979-8E40-08191C74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1560436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FC77C-B8F3-7B05-8D94-AB4B3499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41C9-5395-8369-1713-3ED27EBE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54A69-4C63-4EEB-167F-C47432043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QuickBite’s</a:t>
            </a:r>
            <a:r>
              <a:rPr lang="en-US" dirty="0"/>
              <a:t> recovery depends on </a:t>
            </a:r>
            <a:r>
              <a:rPr lang="en-US" b="1" dirty="0"/>
              <a:t>trust, reliability, and emotional </a:t>
            </a:r>
            <a:r>
              <a:rPr lang="en-US" dirty="0"/>
              <a:t>connection.</a:t>
            </a:r>
          </a:p>
          <a:p>
            <a:pPr algn="just"/>
            <a:r>
              <a:rPr lang="en-US" b="1" dirty="0"/>
              <a:t>First priority</a:t>
            </a:r>
            <a:r>
              <a:rPr lang="en-US" dirty="0"/>
              <a:t>: rebuild customer confidence and delivery consistency.</a:t>
            </a:r>
          </a:p>
          <a:p>
            <a:pPr algn="just"/>
            <a:r>
              <a:rPr lang="en-US" dirty="0"/>
              <a:t>Empower partners and customers with </a:t>
            </a:r>
            <a:r>
              <a:rPr lang="en-US" b="1" dirty="0"/>
              <a:t>transparent communication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With aligned campaigns and SLA reform, </a:t>
            </a:r>
            <a:r>
              <a:rPr lang="en-US" dirty="0" err="1"/>
              <a:t>QuickBite</a:t>
            </a:r>
            <a:r>
              <a:rPr lang="en-US" dirty="0"/>
              <a:t> can restore growth and reputation within 3–6 months.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17527-C834-B53D-F6A3-771784FA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10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4B28-EABA-2BB1-CA58-BCD33E728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84E597-27E8-1E6B-0033-C42AF0C9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</p:spTree>
    <p:extLst>
      <p:ext uri="{BB962C8B-B14F-4D97-AF65-F5344CB8AC3E}">
        <p14:creationId xmlns:p14="http://schemas.microsoft.com/office/powerpoint/2010/main" val="3645241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F2F47-16FE-B8B3-8D90-5A395804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E5B7CC-3754-CE5C-9037-C5FAA7432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G Viswavardhan Reddy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2851A-1029-323C-EB0B-EE9862B2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Strategy &amp; Monitoring Framework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A145A-31E9-BACD-E1A4-E38DAEC9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499D3-7466-4F5F-B59A-B63493003D72}" type="slidenum">
              <a:rPr lang="en-IN" smtClean="0"/>
              <a:t>11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949FF0-3C9E-42E2-7755-1A785F47DAE2}"/>
              </a:ext>
            </a:extLst>
          </p:cNvPr>
          <p:cNvSpPr/>
          <p:nvPr/>
        </p:nvSpPr>
        <p:spPr>
          <a:xfrm>
            <a:off x="0" y="2971800"/>
            <a:ext cx="12192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Thank You  </a:t>
            </a:r>
            <a:endParaRPr lang="en-IN" sz="3600" b="1" dirty="0"/>
          </a:p>
        </p:txBody>
      </p:sp>
      <p:pic>
        <p:nvPicPr>
          <p:cNvPr id="9" name="Graphic 8" descr="Grinning face with solid fill with solid fill">
            <a:extLst>
              <a:ext uri="{FF2B5EF4-FFF2-40B4-BE49-F238E27FC236}">
                <a16:creationId xmlns:a16="http://schemas.microsoft.com/office/drawing/2014/main" id="{0D7DF229-33A7-6639-D4E7-087A179AE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000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518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Rebuild Customer Trust through Safety &amp; Transparency</vt:lpstr>
      <vt:lpstr>Reactivate Loyal and High-Value Users</vt:lpstr>
      <vt:lpstr>Retention-Focused Marketing</vt:lpstr>
      <vt:lpstr>Restaurant &amp; Partner Recovery</vt:lpstr>
      <vt:lpstr>Optimize Delivery Network Reliability</vt:lpstr>
      <vt:lpstr>Sentiment &amp; Service Recovery Campaigns</vt:lpstr>
      <vt:lpstr>Recovery Funnel Framework</vt:lpstr>
      <vt:lpstr>Monitoring KPIs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Viswavardhan Reddy</dc:creator>
  <cp:lastModifiedBy>G Viswavardhan Reddy</cp:lastModifiedBy>
  <cp:revision>4</cp:revision>
  <dcterms:created xsi:type="dcterms:W3CDTF">2025-11-05T07:49:28Z</dcterms:created>
  <dcterms:modified xsi:type="dcterms:W3CDTF">2025-11-09T06:42:40Z</dcterms:modified>
</cp:coreProperties>
</file>